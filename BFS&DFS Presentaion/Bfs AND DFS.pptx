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6"/>
  </p:notesMasterIdLst>
  <p:handoutMasterIdLst>
    <p:handoutMasterId r:id="rId17"/>
  </p:handoutMasterIdLst>
  <p:sldIdLst>
    <p:sldId id="342" r:id="rId5"/>
    <p:sldId id="359" r:id="rId6"/>
    <p:sldId id="374" r:id="rId7"/>
    <p:sldId id="382" r:id="rId8"/>
    <p:sldId id="376" r:id="rId9"/>
    <p:sldId id="390" r:id="rId10"/>
    <p:sldId id="383" r:id="rId11"/>
    <p:sldId id="384" r:id="rId12"/>
    <p:sldId id="385" r:id="rId13"/>
    <p:sldId id="388" r:id="rId14"/>
    <p:sldId id="372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3FBFE"/>
    <a:srgbClr val="000000"/>
    <a:srgbClr val="FFFFFF"/>
    <a:srgbClr val="05202E"/>
    <a:srgbClr val="0515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10A1B5D5-9B99-4C35-A422-299274C87663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11" autoAdjust="0"/>
    <p:restoredTop sz="95388" autoAdjust="0"/>
  </p:normalViewPr>
  <p:slideViewPr>
    <p:cSldViewPr snapToGrid="0" snapToObjects="1" showGuides="1">
      <p:cViewPr>
        <p:scale>
          <a:sx n="200" d="100"/>
          <a:sy n="200" d="100"/>
        </p:scale>
        <p:origin x="144" y="-125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4459878-C319-6BF3-52DC-16FA4340A6C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2FA7FC-DFAE-8499-5A3E-AD9648D7FCA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8BFD57-AB0A-470B-A7AF-56DFE7B5174A}" type="datetimeFigureOut">
              <a:rPr lang="en-US" smtClean="0"/>
              <a:t>1/7/2026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9C12BB-9544-9F9A-BEDA-E7168643859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1E77E4-B9A2-A882-9240-3AE65EE2176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9D61A1-75D9-49F7-83EB-F5872642613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7327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B3339F-6CEA-4641-BE08-40DAFD6FCF25}" type="datetimeFigureOut">
              <a:rPr lang="en-US" smtClean="0"/>
              <a:t>1/7/2026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F75CB5-5666-5049-9AE0-38EFD385C21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55626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59997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EF75CB5-5666-5049-9AE0-38EFD385C21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026738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50729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4DABED-4A41-8EEF-0364-D382FC89C3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4A7C62-0ACF-D64C-072C-6C88275C76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35CE41-FC5E-0C41-2B29-F0A54A396D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D35309-CF32-DC56-B80A-2EA7776411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18327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30290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9D4E9F-747B-8532-20DC-C9D4EE78A2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29A86F-78D0-B199-760B-A86BC32995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E8BBA4-6E54-16B5-E0EF-763B77FFC0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86A3E5-E7DE-BBB1-B127-B6A5537233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4286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E0950A-8E7B-270A-DE2C-26678E4090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C99034-0C46-87FF-C8A0-A93DE3C863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99AAC1-99D7-3E0B-7AED-A206A299A7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58A712-4DAF-4E89-D8D3-2492ED9A84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82264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ABDD4D-56F4-3340-D0DF-734A835904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41A97D-2F4C-47E9-2909-64E5F5CE16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BD9555-FABD-A944-8198-8653261260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36AA24-12D2-AFEF-EA59-1A738D966A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89558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C166FD-2082-8A12-9A27-894E11BE4F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6AD497-6392-3946-8E51-FF5E2AB704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9A8539-1EBB-0C78-5498-FDCB9140FF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7DA9D1-ABAB-507C-310C-4A175B0810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EF75CB5-5666-5049-9AE0-38EFD385C21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212587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C241D2-0453-A1C0-F19E-51AFF6DACA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C88C5F-2D23-34ED-42E3-B307A3CD8A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1FF882-AC14-F987-D96E-7255FF9529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5CC7CE-0702-82E3-BA12-E9FBEBDA51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EF75CB5-5666-5049-9AE0-38EFD385C21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4053541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78901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bg>
      <p:bgPr>
        <a:gradFill>
          <a:gsLst>
            <a:gs pos="93000">
              <a:schemeClr val="tx2"/>
            </a:gs>
            <a:gs pos="81000">
              <a:schemeClr val="accent6">
                <a:lumMod val="50000"/>
              </a:schemeClr>
            </a:gs>
            <a:gs pos="27000">
              <a:schemeClr val="tx1"/>
            </a:gs>
            <a:gs pos="8000">
              <a:schemeClr val="accent4">
                <a:lumMod val="75000"/>
              </a:schemeClr>
            </a:gs>
            <a:gs pos="0">
              <a:schemeClr val="accent4"/>
            </a:gs>
            <a:gs pos="99000">
              <a:schemeClr val="tx2">
                <a:lumMod val="40000"/>
                <a:lumOff val="60000"/>
              </a:schemeClr>
            </a:gs>
          </a:gsLst>
          <a:lin ang="12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1BA6450-E291-DC40-F198-C02B485137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" y="1"/>
            <a:ext cx="12192003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A462FF1-D97D-8505-FE7F-8B2DB411A8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304799"/>
            <a:ext cx="12191998" cy="3215641"/>
          </a:xfrm>
        </p:spPr>
        <p:txBody>
          <a:bodyPr lIns="0" rIns="0" bIns="0" anchor="b" anchorCtr="0">
            <a:noAutofit/>
          </a:bodyPr>
          <a:lstStyle>
            <a:lvl1pPr algn="ctr">
              <a:defRPr sz="6000" kern="1200" cap="all" spc="30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58B9CAE2-F3DD-D6D3-96C8-D947A41177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" y="3670628"/>
            <a:ext cx="12191997" cy="2577772"/>
          </a:xfrm>
        </p:spPr>
        <p:txBody>
          <a:bodyPr>
            <a:noAutofit/>
          </a:bodyPr>
          <a:lstStyle>
            <a:lvl1pPr marL="0" indent="0" algn="ctr">
              <a:buNone/>
              <a:defRPr sz="3200" b="0" i="0" cap="all" spc="600" baseline="0">
                <a:solidFill>
                  <a:schemeClr val="accent3"/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41193215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gradFill>
          <a:gsLst>
            <a:gs pos="93000">
              <a:schemeClr val="tx2"/>
            </a:gs>
            <a:gs pos="81000">
              <a:schemeClr val="accent6">
                <a:lumMod val="50000"/>
              </a:schemeClr>
            </a:gs>
            <a:gs pos="27000">
              <a:schemeClr val="tx1"/>
            </a:gs>
            <a:gs pos="8000">
              <a:schemeClr val="accent4">
                <a:lumMod val="75000"/>
              </a:schemeClr>
            </a:gs>
            <a:gs pos="0">
              <a:schemeClr val="accent4"/>
            </a:gs>
            <a:gs pos="99000">
              <a:schemeClr val="tx2">
                <a:lumMod val="40000"/>
                <a:lumOff val="60000"/>
              </a:schemeClr>
            </a:gs>
          </a:gsLst>
          <a:lin ang="12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1BA6450-E291-DC40-F198-C02B485137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" y="1"/>
            <a:ext cx="12192003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A462FF1-D97D-8505-FE7F-8B2DB411A8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" y="1821180"/>
            <a:ext cx="12191994" cy="3215641"/>
          </a:xfrm>
        </p:spPr>
        <p:txBody>
          <a:bodyPr lIns="0" rIns="0" bIns="0" anchor="ctr" anchorCtr="0">
            <a:noAutofit/>
          </a:bodyPr>
          <a:lstStyle>
            <a:lvl1pPr algn="ctr">
              <a:defRPr sz="6000" kern="1200" cap="all" spc="30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6350451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3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9A084D09-1B2D-4EE2-82A7-83196133B8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6350"/>
            <a:ext cx="12185769" cy="6864350"/>
            <a:chOff x="0" y="-6350"/>
            <a:chExt cx="12185769" cy="686435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53860AA6-1B14-DF89-B725-CC444E5020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-6350"/>
              <a:ext cx="6160393" cy="6864350"/>
            </a:xfrm>
            <a:prstGeom prst="rect">
              <a:avLst/>
            </a:prstGeom>
            <a:solidFill>
              <a:schemeClr val="tx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6" name="Content Placeholder 14">
              <a:extLst>
                <a:ext uri="{FF2B5EF4-FFF2-40B4-BE49-F238E27FC236}">
                  <a16:creationId xmlns:a16="http://schemas.microsoft.com/office/drawing/2014/main" id="{D172E570-D67F-4980-88C2-CF6560C1C1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5400000">
              <a:off x="5750267" y="410125"/>
              <a:ext cx="6845628" cy="6025377"/>
            </a:xfrm>
            <a:prstGeom prst="rect">
              <a:avLst/>
            </a:prstGeom>
          </p:spPr>
        </p:pic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AF90BF68-CF26-6705-CBFD-428BEB787EDB}"/>
                </a:ext>
              </a:extLst>
            </p:cNvPr>
            <p:cNvGrpSpPr/>
            <p:nvPr/>
          </p:nvGrpSpPr>
          <p:grpSpPr>
            <a:xfrm rot="10800000">
              <a:off x="5304704" y="259572"/>
              <a:ext cx="584267" cy="390181"/>
              <a:chOff x="1876516" y="596691"/>
              <a:chExt cx="584267" cy="390181"/>
            </a:xfrm>
          </p:grpSpPr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1066F635-8DB9-B091-8467-D8F0327217F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876516" y="842493"/>
                <a:ext cx="144379" cy="144379"/>
              </a:xfrm>
              <a:prstGeom prst="ellipse">
                <a:avLst/>
              </a:prstGeom>
              <a:noFill/>
              <a:ln>
                <a:solidFill>
                  <a:schemeClr val="accent4">
                    <a:lumMod val="60000"/>
                    <a:lumOff val="40000"/>
                    <a:alpha val="49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9" name="Graphic 12">
                <a:extLst>
                  <a:ext uri="{FF2B5EF4-FFF2-40B4-BE49-F238E27FC236}">
                    <a16:creationId xmlns:a16="http://schemas.microsoft.com/office/drawing/2014/main" id="{882D2FD3-A05B-400C-6347-115486FFD94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360199" y="596691"/>
                <a:ext cx="100584" cy="100584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60459F4-C5B9-4070-46D1-2E7DA3EFB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4466502" cy="1936866"/>
          </a:xfrm>
        </p:spPr>
        <p:txBody>
          <a:bodyPr anchor="b"/>
          <a:lstStyle>
            <a:lvl1pPr>
              <a:defRPr sz="3200" cap="all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4F613B1-323C-4C25-4526-1D3313A716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5831" y="2620500"/>
            <a:ext cx="4471665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2D2C2143-1936-BBDA-A6A8-40B6DBD16AE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838201" y="3097848"/>
            <a:ext cx="4466504" cy="3405187"/>
          </a:xfrm>
        </p:spPr>
        <p:txBody>
          <a:bodyPr/>
          <a:lstStyle>
            <a:lvl1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800">
                <a:solidFill>
                  <a:schemeClr val="bg1"/>
                </a:solidFill>
                <a:latin typeface="+mn-lt"/>
              </a:defRPr>
            </a:lvl1pPr>
            <a:lvl2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600">
                <a:solidFill>
                  <a:schemeClr val="bg1"/>
                </a:solidFill>
                <a:latin typeface="+mn-lt"/>
              </a:defRPr>
            </a:lvl2pPr>
            <a:lvl3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400">
                <a:solidFill>
                  <a:schemeClr val="bg1"/>
                </a:solidFill>
                <a:latin typeface="+mn-lt"/>
              </a:defRPr>
            </a:lvl3pPr>
            <a:lvl4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200">
                <a:solidFill>
                  <a:schemeClr val="bg1"/>
                </a:solidFill>
                <a:latin typeface="+mn-lt"/>
              </a:defRPr>
            </a:lvl4pPr>
            <a:lvl5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090407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12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EB5B81B-FCE8-FE9C-8F0A-6488B25F0F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1869" y="343814"/>
            <a:ext cx="11550701" cy="621060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1869" y="579120"/>
            <a:ext cx="11548261" cy="2733306"/>
          </a:xfrm>
        </p:spPr>
        <p:txBody>
          <a:bodyPr anchor="b">
            <a:noAutofit/>
          </a:bodyPr>
          <a:lstStyle>
            <a:lvl1pPr algn="ctr">
              <a:defRPr sz="3200" cap="all" spc="3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5F877C2F-8190-18D9-5D24-5BD7B05A29F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21868" y="3484615"/>
            <a:ext cx="11562303" cy="2387865"/>
          </a:xfrm>
        </p:spPr>
        <p:txBody>
          <a:bodyPr>
            <a:noAutofit/>
          </a:bodyPr>
          <a:lstStyle>
            <a:lvl1pPr marL="0" indent="0" algn="ctr">
              <a:buNone/>
              <a:defRPr sz="6000" b="0" i="0" cap="all" spc="600" baseline="0">
                <a:solidFill>
                  <a:schemeClr val="accent3">
                    <a:lumMod val="75000"/>
                  </a:schemeClr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86590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gradFill>
          <a:gsLst>
            <a:gs pos="100000">
              <a:schemeClr val="tx2"/>
            </a:gs>
            <a:gs pos="79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3664209F-41AB-70E5-1B9E-7490900C59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" y="1"/>
            <a:ext cx="12191997" cy="6857998"/>
          </a:xfrm>
          <a:prstGeom prst="rect">
            <a:avLst/>
          </a:prstGeom>
          <a:gradFill flip="none" rotWithShape="1">
            <a:gsLst>
              <a:gs pos="0">
                <a:srgbClr val="1A012C"/>
              </a:gs>
              <a:gs pos="45000">
                <a:srgbClr val="1A012C">
                  <a:alpha val="50000"/>
                </a:srgbClr>
              </a:gs>
              <a:gs pos="100000">
                <a:schemeClr val="accent6">
                  <a:lumMod val="50000"/>
                  <a:alpha val="5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32D3409-585B-54E2-1DCC-AC58804E4A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6350"/>
            <a:ext cx="6096000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9891" y="511762"/>
            <a:ext cx="4960830" cy="2785158"/>
          </a:xfrm>
        </p:spPr>
        <p:txBody>
          <a:bodyPr anchor="b">
            <a:noAutofit/>
          </a:bodyPr>
          <a:lstStyle>
            <a:lvl1pPr algn="l">
              <a:defRPr sz="2400" cap="all" spc="3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E47B8A5C-E279-DB0B-E9D3-92741787612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02640" y="3484615"/>
            <a:ext cx="4958081" cy="2387865"/>
          </a:xfrm>
        </p:spPr>
        <p:txBody>
          <a:bodyPr>
            <a:noAutofit/>
          </a:bodyPr>
          <a:lstStyle>
            <a:lvl1pPr marL="0" indent="0" algn="l">
              <a:buNone/>
              <a:defRPr sz="3200" b="0" i="0" cap="all" spc="600" baseline="0">
                <a:solidFill>
                  <a:schemeClr val="accent3">
                    <a:lumMod val="75000"/>
                  </a:schemeClr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386C402-C5C5-2A54-C618-62673AD93CB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97638" y="336550"/>
            <a:ext cx="5322887" cy="6184900"/>
          </a:xfrm>
        </p:spPr>
        <p:txBody>
          <a:bodyPr/>
          <a:lstStyle>
            <a:lvl1pPr algn="ctr"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32185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2 column">
    <p:bg>
      <p:bgPr>
        <a:gradFill>
          <a:gsLst>
            <a:gs pos="100000">
              <a:schemeClr val="tx2"/>
            </a:gs>
            <a:gs pos="79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14">
            <a:extLst>
              <a:ext uri="{FF2B5EF4-FFF2-40B4-BE49-F238E27FC236}">
                <a16:creationId xmlns:a16="http://schemas.microsoft.com/office/drawing/2014/main" id="{318CE367-BBCB-F4AB-635F-4C9995EAE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6350"/>
            <a:ext cx="2356339" cy="685386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CE3FBBA-81E2-31F1-EF51-02706B5B5C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356339" y="-6350"/>
            <a:ext cx="9831801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AD3746D-3CD1-FFA5-0019-AD0C588B19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305669" y="2002443"/>
            <a:ext cx="7922116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05669" y="113097"/>
            <a:ext cx="7420819" cy="1656304"/>
          </a:xfrm>
        </p:spPr>
        <p:txBody>
          <a:bodyPr lIns="0"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B9624CF4-7769-4663-3361-39136F5E20C8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>
          <a:xfrm>
            <a:off x="3305669" y="2470150"/>
            <a:ext cx="7420819" cy="3676649"/>
          </a:xfrm>
        </p:spPr>
        <p:txBody>
          <a:bodyPr/>
          <a:lstStyle>
            <a:lvl1pPr marL="2857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+mn-lt"/>
              </a:defRPr>
            </a:lvl1pPr>
            <a:lvl2pPr marL="800100" indent="-34290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  <a:latin typeface="+mn-lt"/>
              </a:defRPr>
            </a:lvl2pPr>
            <a:lvl3pPr marL="1257300" indent="-34290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  <a:latin typeface="+mn-lt"/>
              </a:defRPr>
            </a:lvl3pPr>
            <a:lvl4pPr marL="16573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  <a:latin typeface="+mn-lt"/>
              </a:defRPr>
            </a:lvl4pPr>
            <a:lvl5pPr marL="21145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80267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4361F2FA-20C7-5447-C138-CE2CA186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" y="2"/>
            <a:ext cx="12191997" cy="6857998"/>
            <a:chOff x="3" y="2"/>
            <a:chExt cx="12191997" cy="6857998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FEDD626-82E4-71C6-25F1-CDA46B7B3F39}"/>
                </a:ext>
              </a:extLst>
            </p:cNvPr>
            <p:cNvSpPr/>
            <p:nvPr/>
          </p:nvSpPr>
          <p:spPr>
            <a:xfrm>
              <a:off x="3" y="2"/>
              <a:ext cx="12191997" cy="6857998"/>
            </a:xfrm>
            <a:prstGeom prst="rect">
              <a:avLst/>
            </a:prstGeom>
            <a:gradFill flip="none" rotWithShape="1">
              <a:gsLst>
                <a:gs pos="0">
                  <a:srgbClr val="1A012C"/>
                </a:gs>
                <a:gs pos="45000">
                  <a:srgbClr val="1A012C">
                    <a:alpha val="50000"/>
                  </a:srgbClr>
                </a:gs>
                <a:gs pos="100000">
                  <a:schemeClr val="accent6">
                    <a:lumMod val="50000"/>
                    <a:alpha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CDC952AF-CE06-54F7-CB4A-1722F90AC3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" y="2"/>
              <a:ext cx="12191994" cy="6857996"/>
            </a:xfrm>
            <a:prstGeom prst="rect">
              <a:avLst/>
            </a:prstGeom>
          </p:spPr>
        </p:pic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6E6EDFF3-843B-AAE9-DB73-423142606F52}"/>
                </a:ext>
              </a:extLst>
            </p:cNvPr>
            <p:cNvGrpSpPr/>
            <p:nvPr/>
          </p:nvGrpSpPr>
          <p:grpSpPr>
            <a:xfrm rot="5400000">
              <a:off x="1645776" y="1222395"/>
              <a:ext cx="431603" cy="412684"/>
              <a:chOff x="1870859" y="869908"/>
              <a:chExt cx="431603" cy="412684"/>
            </a:xfrm>
          </p:grpSpPr>
          <p:sp>
            <p:nvSpPr>
              <p:cNvPr id="12" name="Graphic 15">
                <a:extLst>
                  <a:ext uri="{FF2B5EF4-FFF2-40B4-BE49-F238E27FC236}">
                    <a16:creationId xmlns:a16="http://schemas.microsoft.com/office/drawing/2014/main" id="{312F4F85-6C79-201D-E20D-64CD4728E4C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rot="10800000">
                <a:off x="1870859" y="1154576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3" name="Graphic 12">
                <a:extLst>
                  <a:ext uri="{FF2B5EF4-FFF2-40B4-BE49-F238E27FC236}">
                    <a16:creationId xmlns:a16="http://schemas.microsoft.com/office/drawing/2014/main" id="{01D71DAD-ECC6-A850-88E4-A4EDCF494A2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256743" y="869908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C632CC6D-6024-2368-8EBA-4B7A2D6428BC}"/>
                </a:ext>
              </a:extLst>
            </p:cNvPr>
            <p:cNvGrpSpPr/>
            <p:nvPr/>
          </p:nvGrpSpPr>
          <p:grpSpPr>
            <a:xfrm rot="20626702">
              <a:off x="10248169" y="5448942"/>
              <a:ext cx="431603" cy="412684"/>
              <a:chOff x="1870859" y="869908"/>
              <a:chExt cx="431603" cy="412684"/>
            </a:xfrm>
          </p:grpSpPr>
          <p:sp>
            <p:nvSpPr>
              <p:cNvPr id="6" name="Graphic 15">
                <a:extLst>
                  <a:ext uri="{FF2B5EF4-FFF2-40B4-BE49-F238E27FC236}">
                    <a16:creationId xmlns:a16="http://schemas.microsoft.com/office/drawing/2014/main" id="{B05BE7BE-7D54-A09B-8A67-6B28CF6BB6C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rot="10800000">
                <a:off x="1870859" y="1154576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7" name="Graphic 12">
                <a:extLst>
                  <a:ext uri="{FF2B5EF4-FFF2-40B4-BE49-F238E27FC236}">
                    <a16:creationId xmlns:a16="http://schemas.microsoft.com/office/drawing/2014/main" id="{258346A9-F75C-6704-EEED-CF7A8A0F801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256743" y="869908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82CC39D-03B1-4933-F236-462B5862E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2448" y="264160"/>
            <a:ext cx="6327105" cy="3373973"/>
          </a:xfrm>
        </p:spPr>
        <p:txBody>
          <a:bodyPr anchor="b"/>
          <a:lstStyle>
            <a:lvl1pPr algn="ctr">
              <a:defRPr sz="3200" cap="all" spc="60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F711CA51-49DC-62CA-F147-F286B1C9DBD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932448" y="3962135"/>
            <a:ext cx="6327105" cy="2653771"/>
          </a:xfrm>
        </p:spPr>
        <p:txBody>
          <a:bodyPr>
            <a:noAutofit/>
          </a:bodyPr>
          <a:lstStyle>
            <a:lvl1pPr marL="0" indent="0" algn="ctr">
              <a:buNone/>
              <a:defRPr sz="1800" b="0" i="0" cap="all" spc="300" baseline="0">
                <a:solidFill>
                  <a:schemeClr val="bg1"/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1183414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9C7D5518-914C-92E3-E9EC-26752C9F0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1" y="-6350"/>
            <a:ext cx="12192000" cy="6864350"/>
            <a:chOff x="-1" y="-6350"/>
            <a:chExt cx="12192000" cy="686435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82D0B82-F74C-65EF-3BF6-8EEA16F36B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428750" y="-6350"/>
              <a:ext cx="10763249" cy="6864350"/>
            </a:xfrm>
            <a:prstGeom prst="rect">
              <a:avLst/>
            </a:prstGeom>
            <a:solidFill>
              <a:schemeClr val="tx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6" name="Picture 5" descr="A blue and purple spiral&#10;&#10;Description automatically generated">
              <a:extLst>
                <a:ext uri="{FF2B5EF4-FFF2-40B4-BE49-F238E27FC236}">
                  <a16:creationId xmlns:a16="http://schemas.microsoft.com/office/drawing/2014/main" id="{44E12326-9CF4-38EC-1BAF-1F994F22089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b="-93"/>
            <a:stretch/>
          </p:blipFill>
          <p:spPr>
            <a:xfrm flipH="1">
              <a:off x="-1" y="0"/>
              <a:ext cx="1428751" cy="6858000"/>
            </a:xfrm>
            <a:prstGeom prst="rect">
              <a:avLst/>
            </a:prstGeom>
          </p:spPr>
        </p:pic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AD5C1D9C-B114-FC6A-9213-7287D39EAD9F}"/>
                </a:ext>
              </a:extLst>
            </p:cNvPr>
            <p:cNvGrpSpPr/>
            <p:nvPr/>
          </p:nvGrpSpPr>
          <p:grpSpPr>
            <a:xfrm>
              <a:off x="10649689" y="4382998"/>
              <a:ext cx="754139" cy="1865729"/>
              <a:chOff x="653351" y="2693558"/>
              <a:chExt cx="754139" cy="1865729"/>
            </a:xfrm>
          </p:grpSpPr>
          <p:sp>
            <p:nvSpPr>
              <p:cNvPr id="11" name="Graphic 15">
                <a:extLst>
                  <a:ext uri="{FF2B5EF4-FFF2-40B4-BE49-F238E27FC236}">
                    <a16:creationId xmlns:a16="http://schemas.microsoft.com/office/drawing/2014/main" id="{2BC89B10-C93E-8CE5-73B3-F6049168C31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098137" y="2693558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2" name="Graphic 12">
                <a:extLst>
                  <a:ext uri="{FF2B5EF4-FFF2-40B4-BE49-F238E27FC236}">
                    <a16:creationId xmlns:a16="http://schemas.microsoft.com/office/drawing/2014/main" id="{39DB2AA2-9661-AC91-932D-2F1BEC47BD8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306906" y="3837599"/>
                <a:ext cx="100584" cy="100584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3" name="Graphic 12">
                <a:extLst>
                  <a:ext uri="{FF2B5EF4-FFF2-40B4-BE49-F238E27FC236}">
                    <a16:creationId xmlns:a16="http://schemas.microsoft.com/office/drawing/2014/main" id="{86C9AC9B-3792-E880-03FE-D46FB046AB6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653351" y="4521502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1142A133-65D6-D958-C0CD-E8D45B9BD7BB}"/>
                </a:ext>
              </a:extLst>
            </p:cNvPr>
            <p:cNvGrpSpPr/>
            <p:nvPr/>
          </p:nvGrpSpPr>
          <p:grpSpPr>
            <a:xfrm>
              <a:off x="1870859" y="869908"/>
              <a:ext cx="431603" cy="412684"/>
              <a:chOff x="1870859" y="869908"/>
              <a:chExt cx="431603" cy="412684"/>
            </a:xfrm>
          </p:grpSpPr>
          <p:sp>
            <p:nvSpPr>
              <p:cNvPr id="9" name="Graphic 15">
                <a:extLst>
                  <a:ext uri="{FF2B5EF4-FFF2-40B4-BE49-F238E27FC236}">
                    <a16:creationId xmlns:a16="http://schemas.microsoft.com/office/drawing/2014/main" id="{A746B023-387D-4EAC-052B-60F131E6E70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rot="10800000">
                <a:off x="1870859" y="1154576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0" name="Graphic 12">
                <a:extLst>
                  <a:ext uri="{FF2B5EF4-FFF2-40B4-BE49-F238E27FC236}">
                    <a16:creationId xmlns:a16="http://schemas.microsoft.com/office/drawing/2014/main" id="{20760125-21CF-A296-3EA7-3C6C0E9BCB2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256743" y="869908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</p:grp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F851D11-41E3-33F2-CBA6-B2A9A5A2A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369139" y="2002443"/>
            <a:ext cx="88735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99620" y="162560"/>
            <a:ext cx="8843050" cy="1616904"/>
          </a:xfrm>
        </p:spPr>
        <p:txBody>
          <a:bodyPr lIns="0"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2003C5A-BF21-DE87-0ED1-3E2D0F32B5D8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2373002" y="2474811"/>
            <a:ext cx="4015098" cy="3528397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283464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2pPr>
            <a:lvl3pPr marL="566928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3pPr>
            <a:lvl4pPr marL="859536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1" name="Content Placeholder 4">
            <a:extLst>
              <a:ext uri="{FF2B5EF4-FFF2-40B4-BE49-F238E27FC236}">
                <a16:creationId xmlns:a16="http://schemas.microsoft.com/office/drawing/2014/main" id="{D77F99A7-26FA-422E-43E9-C76B4A56E44A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6995159" y="2474811"/>
            <a:ext cx="4227332" cy="3528397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283464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2pPr>
            <a:lvl3pPr marL="566928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3pPr>
            <a:lvl4pPr marL="859536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58284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3A7247A-846A-F316-B494-69B42CBF34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1869" y="343814"/>
            <a:ext cx="11550701" cy="621060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84B3AF6-983E-0901-0045-6CDF4E93E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83705"/>
            <a:ext cx="104356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8">
            <a:extLst>
              <a:ext uri="{FF2B5EF4-FFF2-40B4-BE49-F238E27FC236}">
                <a16:creationId xmlns:a16="http://schemas.microsoft.com/office/drawing/2014/main" id="{3C5B7647-403E-A66E-6CF4-0D3A99AA5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0800000" flipH="1">
            <a:off x="10488530" y="4210019"/>
            <a:ext cx="754139" cy="1865729"/>
            <a:chOff x="653351" y="2693558"/>
            <a:chExt cx="754139" cy="1865729"/>
          </a:xfrm>
        </p:grpSpPr>
        <p:sp>
          <p:nvSpPr>
            <p:cNvPr id="10" name="Graphic 15">
              <a:extLst>
                <a:ext uri="{FF2B5EF4-FFF2-40B4-BE49-F238E27FC236}">
                  <a16:creationId xmlns:a16="http://schemas.microsoft.com/office/drawing/2014/main" id="{E48E731E-FEF1-9C59-64B0-9CB6E88539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98137" y="2693558"/>
              <a:ext cx="128016" cy="128016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610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Graphic 12">
              <a:extLst>
                <a:ext uri="{FF2B5EF4-FFF2-40B4-BE49-F238E27FC236}">
                  <a16:creationId xmlns:a16="http://schemas.microsoft.com/office/drawing/2014/main" id="{AFE83BB3-4D12-8E20-CA93-1834D7F0A4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306906" y="3837599"/>
              <a:ext cx="100584" cy="100584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422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Graphic 12">
              <a:extLst>
                <a:ext uri="{FF2B5EF4-FFF2-40B4-BE49-F238E27FC236}">
                  <a16:creationId xmlns:a16="http://schemas.microsoft.com/office/drawing/2014/main" id="{3EB1D810-BC05-6C0E-0DE4-3604EBAADC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53351" y="4521502"/>
              <a:ext cx="45719" cy="37785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422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41680" y="430482"/>
            <a:ext cx="10500989" cy="1327464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2003C5A-BF21-DE87-0ED1-3E2D0F32B5D8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807038" y="2465539"/>
            <a:ext cx="3774587" cy="3723753"/>
          </a:xfrm>
        </p:spPr>
        <p:txBody>
          <a:bodyPr/>
          <a:lstStyle>
            <a:lvl1pPr marL="342900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eriod"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626364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lphaLcPeriod"/>
              <a:defRPr sz="1800" spc="0">
                <a:solidFill>
                  <a:schemeClr val="bg1"/>
                </a:solidFill>
                <a:latin typeface="+mn-lt"/>
              </a:defRPr>
            </a:lvl2pPr>
            <a:lvl3pPr marL="918972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arenR"/>
              <a:defRPr sz="1800" spc="0">
                <a:solidFill>
                  <a:schemeClr val="bg1"/>
                </a:solidFill>
                <a:latin typeface="+mn-lt"/>
              </a:defRPr>
            </a:lvl3pPr>
            <a:lvl4pPr marL="1209294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lphaLcParenR"/>
              <a:defRPr sz="1800" spc="0">
                <a:solidFill>
                  <a:schemeClr val="bg1"/>
                </a:solidFill>
                <a:latin typeface="+mn-lt"/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4927600" y="2465539"/>
            <a:ext cx="6315069" cy="3723753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283464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  <a:latin typeface="+mn-lt"/>
              </a:defRPr>
            </a:lvl2pPr>
            <a:lvl3pPr marL="566928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  <a:latin typeface="+mn-lt"/>
              </a:defRPr>
            </a:lvl3pPr>
            <a:lvl4pPr marL="859536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  <a:latin typeface="+mn-lt"/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62227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123B0D0-B01D-0BB0-6127-A878BE49D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39728" y="-6350"/>
            <a:ext cx="6154615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89627" y="173736"/>
            <a:ext cx="4352662" cy="2203704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6C363351-4779-B42E-ED7A-C4AF2920BABC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336550" y="336550"/>
            <a:ext cx="5303640" cy="6184900"/>
          </a:xfrm>
        </p:spPr>
        <p:txBody>
          <a:bodyPr/>
          <a:lstStyle>
            <a:lvl1pPr algn="ctr"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6889627" y="3104277"/>
            <a:ext cx="4371560" cy="3022201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56921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2pPr>
            <a:lvl3pPr marL="861822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3pPr>
            <a:lvl4pPr marL="115214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0712911-615E-724B-FC0F-996291526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889627" y="2679480"/>
            <a:ext cx="4352662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30826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CFFF0E2-6B47-67EB-D6AA-D972E7B7C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6350"/>
            <a:ext cx="4646951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4827F6F-999F-23E9-8C09-325D1A76B0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5831" y="2680134"/>
            <a:ext cx="3114078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5370" y="171396"/>
            <a:ext cx="3736630" cy="2202350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841716" y="3078480"/>
            <a:ext cx="3108193" cy="3047997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56921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2pPr>
            <a:lvl3pPr marL="861822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3pPr>
            <a:lvl4pPr marL="115214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2" name="Table Placeholder 11">
            <a:extLst>
              <a:ext uri="{FF2B5EF4-FFF2-40B4-BE49-F238E27FC236}">
                <a16:creationId xmlns:a16="http://schemas.microsoft.com/office/drawing/2014/main" id="{D360C16C-E69B-FDEF-F033-CA9A2E238288}"/>
              </a:ext>
            </a:extLst>
          </p:cNvPr>
          <p:cNvSpPr>
            <a:spLocks noGrp="1"/>
          </p:cNvSpPr>
          <p:nvPr>
            <p:ph type="tbl" sz="quarter" idx="37"/>
          </p:nvPr>
        </p:nvSpPr>
        <p:spPr>
          <a:xfrm>
            <a:off x="5067300" y="404813"/>
            <a:ext cx="6705600" cy="6048375"/>
          </a:xfrm>
        </p:spPr>
        <p:txBody>
          <a:bodyPr/>
          <a:lstStyle>
            <a:lvl1pPr>
              <a:defRPr sz="2400">
                <a:latin typeface="+mn-lt"/>
              </a:defRPr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39072198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196A82D-0723-4BA3-0283-9F0D67B0CE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A20A5FD-BDFB-45F2-E644-E93FB81CA5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83416"/>
            <a:ext cx="104356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3562" y="433906"/>
            <a:ext cx="10515601" cy="1327464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814302" y="2465535"/>
            <a:ext cx="7303538" cy="3427265"/>
          </a:xfrm>
        </p:spPr>
        <p:txBody>
          <a:bodyPr/>
          <a:lstStyle>
            <a:lvl1pPr marL="283464" indent="-283464"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566928" indent="-283464">
              <a:lnSpc>
                <a:spcPct val="120000"/>
              </a:lnSpc>
              <a:spcBef>
                <a:spcPts val="500"/>
              </a:spcBef>
              <a:buClr>
                <a:schemeClr val="accent3"/>
              </a:buClr>
              <a:defRPr sz="1800" spc="0"/>
            </a:lvl2pPr>
            <a:lvl3pPr marL="859536" indent="-283464">
              <a:lnSpc>
                <a:spcPct val="120000"/>
              </a:lnSpc>
              <a:spcBef>
                <a:spcPts val="500"/>
              </a:spcBef>
              <a:buClr>
                <a:schemeClr val="accent3"/>
              </a:buClr>
              <a:defRPr sz="1800" spc="0"/>
            </a:lvl3pPr>
            <a:lvl4pPr marL="1152144">
              <a:lnSpc>
                <a:spcPct val="120000"/>
              </a:lnSpc>
              <a:spcBef>
                <a:spcPts val="500"/>
              </a:spcBef>
              <a:buClr>
                <a:schemeClr val="accent3"/>
              </a:buClr>
              <a:defRPr sz="1800" spc="0"/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E7FC75E-AA73-003E-D4E3-B1819886AF9C}"/>
              </a:ext>
            </a:extLst>
          </p:cNvPr>
          <p:cNvSpPr>
            <a:spLocks noGrp="1"/>
          </p:cNvSpPr>
          <p:nvPr>
            <p:ph sz="quarter" idx="37" hasCustomPrompt="1"/>
          </p:nvPr>
        </p:nvSpPr>
        <p:spPr>
          <a:xfrm>
            <a:off x="8392160" y="2465388"/>
            <a:ext cx="2856865" cy="3427412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  <a:latin typeface="+mn-lt"/>
              </a:defRPr>
            </a:lvl1pPr>
            <a:lvl2pPr marL="457200" indent="0">
              <a:lnSpc>
                <a:spcPct val="120000"/>
              </a:lnSpc>
              <a:spcBef>
                <a:spcPts val="1000"/>
              </a:spcBef>
              <a:buNone/>
              <a:defRPr sz="1600">
                <a:solidFill>
                  <a:schemeClr val="bg1"/>
                </a:solidFill>
                <a:latin typeface="+mn-lt"/>
              </a:defRPr>
            </a:lvl2pPr>
            <a:lvl3pPr marL="9144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bg1"/>
                </a:solidFill>
                <a:latin typeface="+mn-lt"/>
              </a:defRPr>
            </a:lvl3pPr>
            <a:lvl4pPr marL="1371600" indent="0">
              <a:lnSpc>
                <a:spcPct val="120000"/>
              </a:lnSpc>
              <a:spcBef>
                <a:spcPts val="1000"/>
              </a:spcBef>
              <a:buNone/>
              <a:defRPr sz="1200">
                <a:solidFill>
                  <a:schemeClr val="bg1"/>
                </a:solidFill>
                <a:latin typeface="+mn-lt"/>
              </a:defRPr>
            </a:lvl4pPr>
            <a:lvl5pPr marL="1828800" indent="0">
              <a:lnSpc>
                <a:spcPct val="120000"/>
              </a:lnSpc>
              <a:spcBef>
                <a:spcPts val="1000"/>
              </a:spcBef>
              <a:buNone/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56119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2D51531-1219-2E4B-DCE7-C6FD9D809F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1869" y="343814"/>
            <a:ext cx="11550701" cy="621060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EC02E56-87A4-158A-F0B0-DB8E9BE3AE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91547"/>
            <a:ext cx="10546763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5370" y="643842"/>
            <a:ext cx="10515601" cy="1140849"/>
          </a:xfrm>
        </p:spPr>
        <p:txBody>
          <a:bodyPr lIns="0"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Table Placeholder 9">
            <a:extLst>
              <a:ext uri="{FF2B5EF4-FFF2-40B4-BE49-F238E27FC236}">
                <a16:creationId xmlns:a16="http://schemas.microsoft.com/office/drawing/2014/main" id="{471D7DE3-05F5-8052-02FA-6EF9717E15BE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835025" y="2560638"/>
            <a:ext cx="10515600" cy="3478212"/>
          </a:xfrm>
        </p:spPr>
        <p:txBody>
          <a:bodyPr/>
          <a:lstStyle>
            <a:lvl1pPr>
              <a:defRPr sz="2400">
                <a:latin typeface="+mn-lt"/>
              </a:defRPr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468DE94-FC46-A848-7949-ABFEADADEA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83705"/>
            <a:ext cx="104356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4591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gradFill>
          <a:gsLst>
            <a:gs pos="81987">
              <a:schemeClr val="accent6">
                <a:lumMod val="50000"/>
              </a:schemeClr>
            </a:gs>
            <a:gs pos="35040">
              <a:srgbClr val="020B11"/>
            </a:gs>
            <a:gs pos="11979">
              <a:schemeClr val="accent4">
                <a:lumMod val="50000"/>
              </a:schemeClr>
            </a:gs>
            <a:gs pos="0">
              <a:schemeClr val="accent4"/>
            </a:gs>
            <a:gs pos="99000">
              <a:schemeClr val="tx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289F5C3D-E9E6-75E0-BF7D-799B5CFE5E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575462" y="4137"/>
            <a:ext cx="7616537" cy="6853863"/>
            <a:chOff x="4575462" y="4137"/>
            <a:chExt cx="7616537" cy="6853863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CDE1D2C2-40C4-6B80-E8C6-B4CE94C23037}"/>
                </a:ext>
              </a:extLst>
            </p:cNvPr>
            <p:cNvGrpSpPr/>
            <p:nvPr/>
          </p:nvGrpSpPr>
          <p:grpSpPr>
            <a:xfrm>
              <a:off x="4575462" y="691665"/>
              <a:ext cx="364018" cy="857035"/>
              <a:chOff x="468157" y="1144246"/>
              <a:chExt cx="364018" cy="857035"/>
            </a:xfrm>
          </p:grpSpPr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7C904D88-E1BE-F1FA-D405-F55DA966DA8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705405" y="1144246"/>
                <a:ext cx="126770" cy="126770"/>
              </a:xfrm>
              <a:prstGeom prst="ellipse">
                <a:avLst/>
              </a:prstGeom>
              <a:noFill/>
              <a:ln>
                <a:solidFill>
                  <a:schemeClr val="accent4">
                    <a:lumMod val="60000"/>
                    <a:lumOff val="40000"/>
                    <a:alpha val="49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8" name="Graphic 12">
                <a:extLst>
                  <a:ext uri="{FF2B5EF4-FFF2-40B4-BE49-F238E27FC236}">
                    <a16:creationId xmlns:a16="http://schemas.microsoft.com/office/drawing/2014/main" id="{1D8F0816-C429-D32E-058B-33405874DFA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468157" y="1963496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  <p:pic>
          <p:nvPicPr>
            <p:cNvPr id="4" name="Content Placeholder 14">
              <a:extLst>
                <a:ext uri="{FF2B5EF4-FFF2-40B4-BE49-F238E27FC236}">
                  <a16:creationId xmlns:a16="http://schemas.microsoft.com/office/drawing/2014/main" id="{14AC0A97-7D79-3DBE-FB53-A9EBFD806E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6542796" y="4137"/>
              <a:ext cx="5649203" cy="6853863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1E83F98-B388-2594-BACB-E3DB652C9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5831" y="173735"/>
            <a:ext cx="4409514" cy="2203704"/>
          </a:xfrm>
        </p:spPr>
        <p:txBody>
          <a:bodyPr anchor="b">
            <a:noAutofit/>
          </a:bodyPr>
          <a:lstStyle>
            <a:lvl1pPr>
              <a:defRPr sz="3200" cap="all" baseline="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D9D0F3E-69D8-49F3-5D7A-71FDC4E3EEE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31850" y="3079119"/>
            <a:ext cx="4413250" cy="2752725"/>
          </a:xfrm>
        </p:spPr>
        <p:txBody>
          <a:bodyPr/>
          <a:lstStyle>
            <a:lvl1pPr>
              <a:lnSpc>
                <a:spcPct val="120000"/>
              </a:lnSpc>
              <a:spcBef>
                <a:spcPts val="1000"/>
              </a:spcBef>
              <a:defRPr sz="1800">
                <a:solidFill>
                  <a:schemeClr val="bg1"/>
                </a:solidFill>
                <a:latin typeface="+mn-lt"/>
              </a:defRPr>
            </a:lvl1pPr>
            <a:lvl2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600">
                <a:solidFill>
                  <a:schemeClr val="bg1"/>
                </a:solidFill>
                <a:latin typeface="+mn-lt"/>
              </a:defRPr>
            </a:lvl2pPr>
            <a:lvl3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400">
                <a:solidFill>
                  <a:schemeClr val="bg1"/>
                </a:solidFill>
                <a:latin typeface="+mn-lt"/>
              </a:defRPr>
            </a:lvl3pPr>
            <a:lvl4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200">
                <a:solidFill>
                  <a:schemeClr val="bg1"/>
                </a:solidFill>
                <a:latin typeface="+mn-lt"/>
              </a:defRPr>
            </a:lvl4pPr>
            <a:lvl5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1CFC792-44F7-2497-E19D-8FB08AFF9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5831" y="2679192"/>
            <a:ext cx="4101929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82607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1"/>
            </a:gs>
            <a:gs pos="99000">
              <a:srgbClr val="05202E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C3EA418-19D1-0D4D-BE52-40A86E32F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2BAE0C-5187-A64D-A481-E692456703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759C05-48F5-9346-8256-5B61C6990E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175D63-7351-9C4A-AEE0-10E27B3B64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0889F-2BBA-5F45-95BC-BEA6688167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5693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79" r:id="rId2"/>
    <p:sldLayoutId id="2147483669" r:id="rId3"/>
    <p:sldLayoutId id="2147483672" r:id="rId4"/>
    <p:sldLayoutId id="2147483673" r:id="rId5"/>
    <p:sldLayoutId id="2147483674" r:id="rId6"/>
    <p:sldLayoutId id="2147483671" r:id="rId7"/>
    <p:sldLayoutId id="2147483675" r:id="rId8"/>
    <p:sldLayoutId id="2147483676" r:id="rId9"/>
    <p:sldLayoutId id="2147483670" r:id="rId10"/>
    <p:sldLayoutId id="2147483677" r:id="rId11"/>
    <p:sldLayoutId id="2147483678" r:id="rId12"/>
    <p:sldLayoutId id="2147483664" r:id="rId13"/>
    <p:sldLayoutId id="2147483663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300" baseline="0">
          <a:solidFill>
            <a:schemeClr val="bg1"/>
          </a:solidFill>
          <a:latin typeface="+mj-lt"/>
          <a:ea typeface="+mj-ea"/>
          <a:cs typeface="Biome" panose="020B05030302040208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>
          <a:solidFill>
            <a:schemeClr val="accent3"/>
          </a:solidFill>
          <a:latin typeface="+mj-lt"/>
          <a:ea typeface="+mn-ea"/>
          <a:cs typeface="Biome" panose="020B0503030204020804" pitchFamily="34" charset="0"/>
        </a:defRPr>
      </a:lvl1pPr>
      <a:lvl2pPr marL="800100" indent="-34290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257300" indent="-34290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57350" indent="-28575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114550" indent="-28575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0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3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4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997874EA-2F67-60CD-631F-5A787057F8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04799"/>
            <a:ext cx="12191998" cy="3215641"/>
          </a:xfrm>
        </p:spPr>
        <p:txBody>
          <a:bodyPr anchor="b"/>
          <a:lstStyle/>
          <a:p>
            <a:r>
              <a:rPr lang="en-US" dirty="0" err="1"/>
              <a:t>Bfs</a:t>
            </a:r>
            <a:r>
              <a:rPr lang="en-US" dirty="0"/>
              <a:t> AND DFS:</a:t>
            </a:r>
          </a:p>
        </p:txBody>
      </p:sp>
      <p:sp>
        <p:nvSpPr>
          <p:cNvPr id="9" name="Subtitle 3">
            <a:extLst>
              <a:ext uri="{FF2B5EF4-FFF2-40B4-BE49-F238E27FC236}">
                <a16:creationId xmlns:a16="http://schemas.microsoft.com/office/drawing/2014/main" id="{2981AB9E-AF0F-CAD0-2DD2-D640FB871E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" y="3670628"/>
            <a:ext cx="12191997" cy="2577772"/>
          </a:xfrm>
        </p:spPr>
        <p:txBody>
          <a:bodyPr/>
          <a:lstStyle/>
          <a:p>
            <a:r>
              <a:rPr lang="en-US" dirty="0"/>
              <a:t>Graph traversal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80314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tx2"/>
            </a:gs>
            <a:gs pos="81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A2458FF-0D0C-4ACC-C6FB-103BC0BAD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4466502" cy="1936866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id="{F1239C0E-3F39-787D-0FC3-6B7C9BA37E8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201" y="3097848"/>
            <a:ext cx="4466504" cy="3405187"/>
          </a:xfrm>
        </p:spPr>
        <p:txBody>
          <a:bodyPr anchor="t"/>
          <a:lstStyle/>
          <a:p>
            <a:r>
              <a:rPr lang="en-US" dirty="0"/>
              <a:t>What is BFS?</a:t>
            </a:r>
          </a:p>
          <a:p>
            <a:r>
              <a:rPr lang="en-US" dirty="0"/>
              <a:t>BFS idea with a small graph.</a:t>
            </a:r>
          </a:p>
          <a:p>
            <a:r>
              <a:rPr lang="en-US" dirty="0"/>
              <a:t>What is DFS?</a:t>
            </a:r>
          </a:p>
          <a:p>
            <a:r>
              <a:rPr lang="en-US" dirty="0"/>
              <a:t>DFS idea with a small graph</a:t>
            </a:r>
          </a:p>
          <a:p>
            <a:r>
              <a:rPr lang="en-US" dirty="0"/>
              <a:t>BFS vs DFS comparison.</a:t>
            </a:r>
          </a:p>
        </p:txBody>
      </p:sp>
      <p:pic>
        <p:nvPicPr>
          <p:cNvPr id="1028" name="Picture 4" descr="Best bfs and dfs example in artificial intelligence Free Shipping">
            <a:extLst>
              <a:ext uri="{FF2B5EF4-FFF2-40B4-BE49-F238E27FC236}">
                <a16:creationId xmlns:a16="http://schemas.microsoft.com/office/drawing/2014/main" id="{F60297B8-9E32-D114-BB1D-4539552C0C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5321" y="3325126"/>
            <a:ext cx="6810376" cy="34051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601593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chemeClr val="tx2"/>
            </a:gs>
            <a:gs pos="79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FEFE388-CD0B-9671-4D4E-D6D8004C88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9891" y="511762"/>
            <a:ext cx="4960830" cy="2785158"/>
          </a:xfrm>
        </p:spPr>
        <p:txBody>
          <a:bodyPr/>
          <a:lstStyle/>
          <a:p>
            <a:r>
              <a:rPr lang="en-US" dirty="0"/>
              <a:t>What is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BE4E0F37-0AD5-833C-CBE5-EAE02EC460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2640" y="3484615"/>
            <a:ext cx="4958081" cy="2387865"/>
          </a:xfrm>
        </p:spPr>
        <p:txBody>
          <a:bodyPr/>
          <a:lstStyle/>
          <a:p>
            <a:r>
              <a:rPr lang="en-US" dirty="0"/>
              <a:t>BFS</a:t>
            </a:r>
          </a:p>
        </p:txBody>
      </p:sp>
      <p:pic>
        <p:nvPicPr>
          <p:cNvPr id="8" name="Picture Placeholder 7" descr="A blue and purple spirals">
            <a:extLst>
              <a:ext uri="{FF2B5EF4-FFF2-40B4-BE49-F238E27FC236}">
                <a16:creationId xmlns:a16="http://schemas.microsoft.com/office/drawing/2014/main" id="{E1DBD4C7-D952-4426-40FD-8799F80F821F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t="31" b="31"/>
          <a:stretch/>
        </p:blipFill>
        <p:spPr>
          <a:xfrm>
            <a:off x="6497638" y="336550"/>
            <a:ext cx="5322887" cy="6184900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D6EA54-3083-FB0D-9011-2353791B0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11" name="Picture 10" descr="A white board with writing on it">
            <a:extLst>
              <a:ext uri="{FF2B5EF4-FFF2-40B4-BE49-F238E27FC236}">
                <a16:creationId xmlns:a16="http://schemas.microsoft.com/office/drawing/2014/main" id="{C7C7F087-DE1F-BB15-5089-79D4D4061F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4212624" y="-1121377"/>
            <a:ext cx="6839465" cy="9119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81449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FDA32E-C1BD-50F1-9F9C-883677D728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85151F-0195-45F5-734E-FB92B614B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9891" y="511762"/>
            <a:ext cx="4960830" cy="2785158"/>
          </a:xfrm>
        </p:spPr>
        <p:txBody>
          <a:bodyPr/>
          <a:lstStyle/>
          <a:p>
            <a:r>
              <a:rPr lang="en-US" dirty="0"/>
              <a:t>What is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5E92EACE-13A8-7693-8A4B-82F82913D7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2640" y="3484615"/>
            <a:ext cx="4958081" cy="2387865"/>
          </a:xfrm>
        </p:spPr>
        <p:txBody>
          <a:bodyPr/>
          <a:lstStyle/>
          <a:p>
            <a:r>
              <a:rPr lang="en-US" dirty="0"/>
              <a:t>BFS</a:t>
            </a:r>
          </a:p>
        </p:txBody>
      </p:sp>
      <p:pic>
        <p:nvPicPr>
          <p:cNvPr id="8" name="Picture Placeholder 7" descr="A blue and purple spirals">
            <a:extLst>
              <a:ext uri="{FF2B5EF4-FFF2-40B4-BE49-F238E27FC236}">
                <a16:creationId xmlns:a16="http://schemas.microsoft.com/office/drawing/2014/main" id="{69F2FD96-87B8-9B91-C1A5-D14396FF0B8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t="31" b="31"/>
          <a:stretch/>
        </p:blipFill>
        <p:spPr>
          <a:xfrm>
            <a:off x="6497638" y="336550"/>
            <a:ext cx="5322887" cy="6184900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B441BB-F47A-9AC3-EB20-D0AA26BED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7" name="Picture 6" descr="A white board with writing on it&#10;&#10;AI-generated content may be incorrect.">
            <a:extLst>
              <a:ext uri="{FF2B5EF4-FFF2-40B4-BE49-F238E27FC236}">
                <a16:creationId xmlns:a16="http://schemas.microsoft.com/office/drawing/2014/main" id="{F7FB2527-B38C-56D6-0B08-2F5DC7C309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4260359" y="-1073642"/>
            <a:ext cx="6798550" cy="9064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24918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B21824D2-3887-86F1-F216-A13F1E68F5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5669" y="113097"/>
            <a:ext cx="7420819" cy="1656304"/>
          </a:xfrm>
        </p:spPr>
        <p:txBody>
          <a:bodyPr/>
          <a:lstStyle/>
          <a:p>
            <a:r>
              <a:rPr lang="en-US" dirty="0" err="1"/>
              <a:t>Bfs</a:t>
            </a:r>
            <a:r>
              <a:rPr lang="en-US" dirty="0"/>
              <a:t> in code 1</a:t>
            </a:r>
          </a:p>
        </p:txBody>
      </p:sp>
      <p:pic>
        <p:nvPicPr>
          <p:cNvPr id="9" name="Content Placeholder 8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049C1D1E-0018-9662-C6BA-83704B3E694D}"/>
              </a:ext>
            </a:extLst>
          </p:cNvPr>
          <p:cNvPicPr>
            <a:picLocks noGrp="1" noChangeAspect="1"/>
          </p:cNvPicPr>
          <p:nvPr>
            <p:ph sz="quarter" idx="31"/>
          </p:nvPr>
        </p:nvPicPr>
        <p:blipFill>
          <a:blip r:embed="rId3"/>
          <a:stretch>
            <a:fillRect/>
          </a:stretch>
        </p:blipFill>
        <p:spPr>
          <a:xfrm>
            <a:off x="4399247" y="2470150"/>
            <a:ext cx="5233663" cy="3676649"/>
          </a:xfrm>
          <a:noFill/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E23533-91C6-420C-B7D7-4977ACF73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FE024F78-56A6-7740-B68D-8D4D026EDF3F}" type="slidenum">
              <a:rPr lang="en-US" smtClean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6015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86C0C2-99DD-4456-1654-0BEA00FC88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>
            <a:extLst>
              <a:ext uri="{FF2B5EF4-FFF2-40B4-BE49-F238E27FC236}">
                <a16:creationId xmlns:a16="http://schemas.microsoft.com/office/drawing/2014/main" id="{4EB3095D-37F1-98EA-A7B1-778AA376FC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9891" y="511762"/>
            <a:ext cx="4960830" cy="278515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CB149EB4-40E6-8688-1E89-2DD4F94DD4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2640" y="3484615"/>
            <a:ext cx="4958081" cy="2387865"/>
          </a:xfrm>
        </p:spPr>
        <p:txBody>
          <a:bodyPr>
            <a:normAutofit/>
          </a:bodyPr>
          <a:lstStyle/>
          <a:p>
            <a:r>
              <a:rPr lang="en-US" dirty="0" err="1"/>
              <a:t>Bfs</a:t>
            </a:r>
            <a:r>
              <a:rPr lang="en-US" dirty="0"/>
              <a:t> in code 2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C7B490F-E6BD-FCFD-0B48-4A2FE19029A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" b="3270"/>
          <a:stretch>
            <a:fillRect/>
          </a:stretch>
        </p:blipFill>
        <p:spPr>
          <a:xfrm>
            <a:off x="6497638" y="336550"/>
            <a:ext cx="5322887" cy="6184900"/>
          </a:xfrm>
          <a:prstGeom prst="rect">
            <a:avLst/>
          </a:prstGeom>
          <a:noFill/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C5CA18-7CB4-5512-22B8-867669095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FE024F78-56A6-7740-B68D-8D4D026EDF3F}" type="slidenum">
              <a:rPr lang="en-US" smtClean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032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2765C0-EA3E-EE6D-78AC-7BCDD81E3E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195201F-FDB6-9572-7368-F4A37C2266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9891" y="511762"/>
            <a:ext cx="4960830" cy="2785158"/>
          </a:xfrm>
        </p:spPr>
        <p:txBody>
          <a:bodyPr/>
          <a:lstStyle/>
          <a:p>
            <a:r>
              <a:rPr lang="en-US" dirty="0"/>
              <a:t>What is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448EC085-D3CC-CE6E-561A-8794D4D3A6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2640" y="3484615"/>
            <a:ext cx="4958081" cy="2387865"/>
          </a:xfrm>
        </p:spPr>
        <p:txBody>
          <a:bodyPr/>
          <a:lstStyle/>
          <a:p>
            <a:r>
              <a:rPr lang="en-US" dirty="0"/>
              <a:t>DFS</a:t>
            </a:r>
          </a:p>
        </p:txBody>
      </p:sp>
      <p:pic>
        <p:nvPicPr>
          <p:cNvPr id="8" name="Picture Placeholder 7" descr="A blue and purple spirals">
            <a:extLst>
              <a:ext uri="{FF2B5EF4-FFF2-40B4-BE49-F238E27FC236}">
                <a16:creationId xmlns:a16="http://schemas.microsoft.com/office/drawing/2014/main" id="{C508ABC1-8E3C-0F28-DB12-3B4B04123DE7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t="31" b="31"/>
          <a:stretch/>
        </p:blipFill>
        <p:spPr>
          <a:xfrm>
            <a:off x="6497638" y="336550"/>
            <a:ext cx="5322887" cy="6184900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BAF6E9-6E0C-B0B1-9BB2-17BE00C702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6" name="Picture 5" descr="A white board with writing on it&#10;&#10;AI-generated content may be incorrect.">
            <a:extLst>
              <a:ext uri="{FF2B5EF4-FFF2-40B4-BE49-F238E27FC236}">
                <a16:creationId xmlns:a16="http://schemas.microsoft.com/office/drawing/2014/main" id="{4FCF9AA7-4BBB-AE32-6C46-FE53CBCBA6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4191000" y="-1143000"/>
            <a:ext cx="6858000" cy="9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36199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BEACA0-1480-729B-76C2-1A9F335D7D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10F260B-5CEB-0E6E-62B1-3FF6C43BA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9891" y="511762"/>
            <a:ext cx="4960830" cy="2785158"/>
          </a:xfrm>
        </p:spPr>
        <p:txBody>
          <a:bodyPr/>
          <a:lstStyle/>
          <a:p>
            <a:r>
              <a:rPr lang="en-US" dirty="0"/>
              <a:t>What is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C76A4DBF-6F5B-7C3A-DCAC-57856FA15D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2640" y="3484615"/>
            <a:ext cx="4958081" cy="2387865"/>
          </a:xfrm>
        </p:spPr>
        <p:txBody>
          <a:bodyPr/>
          <a:lstStyle/>
          <a:p>
            <a:r>
              <a:rPr lang="en-US" dirty="0"/>
              <a:t>DFS</a:t>
            </a:r>
          </a:p>
        </p:txBody>
      </p:sp>
      <p:pic>
        <p:nvPicPr>
          <p:cNvPr id="8" name="Picture Placeholder 7" descr="A blue and purple spirals">
            <a:extLst>
              <a:ext uri="{FF2B5EF4-FFF2-40B4-BE49-F238E27FC236}">
                <a16:creationId xmlns:a16="http://schemas.microsoft.com/office/drawing/2014/main" id="{A6B38916-4530-CBD9-276C-2E76A252318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t="31" b="31"/>
          <a:stretch/>
        </p:blipFill>
        <p:spPr>
          <a:xfrm>
            <a:off x="6497638" y="336550"/>
            <a:ext cx="5322887" cy="6184900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646D1E-E6CA-F8F8-9CE4-863CFD806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6" name="Picture 5" descr="A white board with writing on it&#10;&#10;AI-generated content may be incorrect.">
            <a:extLst>
              <a:ext uri="{FF2B5EF4-FFF2-40B4-BE49-F238E27FC236}">
                <a16:creationId xmlns:a16="http://schemas.microsoft.com/office/drawing/2014/main" id="{8AD605E0-2C65-B7F0-8563-3651003388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4191000" y="-1143000"/>
            <a:ext cx="6858000" cy="9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32283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530098-904D-017F-9494-7390E83B9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05257E14-318C-839E-CA19-77D78DE8BC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5669" y="113097"/>
            <a:ext cx="7420819" cy="1656304"/>
          </a:xfrm>
        </p:spPr>
        <p:txBody>
          <a:bodyPr anchor="b">
            <a:normAutofit/>
          </a:bodyPr>
          <a:lstStyle/>
          <a:p>
            <a:r>
              <a:rPr lang="en-US" dirty="0"/>
              <a:t>DFS in code 1</a:t>
            </a:r>
          </a:p>
        </p:txBody>
      </p:sp>
      <p:pic>
        <p:nvPicPr>
          <p:cNvPr id="4" name="Picture 3" descr="A screen shot of a computer program">
            <a:extLst>
              <a:ext uri="{FF2B5EF4-FFF2-40B4-BE49-F238E27FC236}">
                <a16:creationId xmlns:a16="http://schemas.microsoft.com/office/drawing/2014/main" id="{421C6C07-ACEB-4676-8192-DF20756866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2393" y="2470150"/>
            <a:ext cx="5367371" cy="3676649"/>
          </a:xfrm>
          <a:prstGeom prst="rect">
            <a:avLst/>
          </a:prstGeom>
          <a:noFill/>
        </p:spPr>
      </p:pic>
      <p:sp>
        <p:nvSpPr>
          <p:cNvPr id="14" name="Slide Number Placeholder 3">
            <a:extLst>
              <a:ext uri="{FF2B5EF4-FFF2-40B4-BE49-F238E27FC236}">
                <a16:creationId xmlns:a16="http://schemas.microsoft.com/office/drawing/2014/main" id="{DDC6FE92-608C-4A31-ED16-07A059314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FE024F78-56A6-7740-B68D-8D4D026EDF3F}" type="slidenum">
              <a:rPr lang="en-US" smtClean="0"/>
              <a:pPr>
                <a:spcAft>
                  <a:spcPts val="600"/>
                </a:spcAft>
              </a:pPr>
              <a:t>9</a:t>
            </a:fld>
            <a:endParaRPr lang="en-US"/>
          </a:p>
        </p:txBody>
      </p:sp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0DF54990-B52C-8649-5566-8ECEEC593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2"/>
            <a:ext cx="12227942" cy="6857997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54078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13857F-6EBB-A640-02F0-EBB81AC4FC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D0C9D1A3-61BC-BB26-3D34-3C6CD48C1E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5669" y="113097"/>
            <a:ext cx="7420819" cy="1656304"/>
          </a:xfrm>
        </p:spPr>
        <p:txBody>
          <a:bodyPr anchor="b">
            <a:normAutofit/>
          </a:bodyPr>
          <a:lstStyle/>
          <a:p>
            <a:r>
              <a:rPr lang="en-US" dirty="0"/>
              <a:t>DFS in code 2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586A432-A794-3A3D-29C3-23BFB312A7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1773" y="2470150"/>
            <a:ext cx="6808610" cy="3676649"/>
          </a:xfrm>
          <a:prstGeom prst="rect">
            <a:avLst/>
          </a:prstGeom>
          <a:noFill/>
        </p:spPr>
      </p:pic>
      <p:sp>
        <p:nvSpPr>
          <p:cNvPr id="14" name="Slide Number Placeholder 3">
            <a:extLst>
              <a:ext uri="{FF2B5EF4-FFF2-40B4-BE49-F238E27FC236}">
                <a16:creationId xmlns:a16="http://schemas.microsoft.com/office/drawing/2014/main" id="{3C941CEE-1FA6-3757-9481-D73D55ECC3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FE024F78-56A6-7740-B68D-8D4D026EDF3F}" type="slidenum">
              <a:rPr lang="en-US" smtClean="0"/>
              <a:pPr>
                <a:spcAft>
                  <a:spcPts val="600"/>
                </a:spcAft>
              </a:pPr>
              <a:t>10</a:t>
            </a:fld>
            <a:endParaRPr lang="en-US"/>
          </a:p>
        </p:txBody>
      </p:sp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B9F77B85-77BD-2E63-9713-AADBC79ECD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2"/>
            <a:ext cx="12227942" cy="6857997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0842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78000">
              <a:schemeClr val="accent6">
                <a:lumMod val="50000"/>
              </a:schemeClr>
            </a:gs>
            <a:gs pos="35040">
              <a:srgbClr val="020B11"/>
            </a:gs>
            <a:gs pos="11979">
              <a:schemeClr val="accent4">
                <a:lumMod val="50000"/>
              </a:schemeClr>
            </a:gs>
            <a:gs pos="0">
              <a:schemeClr val="accent4"/>
            </a:gs>
            <a:gs pos="99000">
              <a:schemeClr val="tx2">
                <a:lumMod val="50000"/>
              </a:schemeClr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1">
            <a:extLst>
              <a:ext uri="{FF2B5EF4-FFF2-40B4-BE49-F238E27FC236}">
                <a16:creationId xmlns:a16="http://schemas.microsoft.com/office/drawing/2014/main" id="{CE1ABEC8-43FD-4F21-A7D2-70200D862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5831" y="173735"/>
            <a:ext cx="4409514" cy="2203704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AE5F2E56-9F77-E1C2-EC04-EA959822CA6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1850" y="3079119"/>
            <a:ext cx="4413250" cy="2752725"/>
          </a:xfrm>
        </p:spPr>
        <p:txBody>
          <a:bodyPr/>
          <a:lstStyle/>
          <a:p>
            <a:r>
              <a:rPr lang="en-US" dirty="0"/>
              <a:t>Adkham Salaydinov</a:t>
            </a:r>
          </a:p>
          <a:p>
            <a:r>
              <a:rPr lang="en-US" dirty="0"/>
              <a:t>Algorithms I</a:t>
            </a:r>
          </a:p>
        </p:txBody>
      </p:sp>
    </p:spTree>
    <p:extLst>
      <p:ext uri="{BB962C8B-B14F-4D97-AF65-F5344CB8AC3E}">
        <p14:creationId xmlns:p14="http://schemas.microsoft.com/office/powerpoint/2010/main" val="2395464980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7">
      <a:dk1>
        <a:srgbClr val="000000"/>
      </a:dk1>
      <a:lt1>
        <a:srgbClr val="FFFFFF"/>
      </a:lt1>
      <a:dk2>
        <a:srgbClr val="FC4EFB"/>
      </a:dk2>
      <a:lt2>
        <a:srgbClr val="E7E6E6"/>
      </a:lt2>
      <a:accent1>
        <a:srgbClr val="FAF24C"/>
      </a:accent1>
      <a:accent2>
        <a:srgbClr val="5EFCAC"/>
      </a:accent2>
      <a:accent3>
        <a:srgbClr val="73EBF9"/>
      </a:accent3>
      <a:accent4>
        <a:srgbClr val="316CFC"/>
      </a:accent4>
      <a:accent5>
        <a:srgbClr val="B059FD"/>
      </a:accent5>
      <a:accent6>
        <a:srgbClr val="9405FC"/>
      </a:accent6>
      <a:hlink>
        <a:srgbClr val="FFFFFF"/>
      </a:hlink>
      <a:folHlink>
        <a:srgbClr val="FFFFFF"/>
      </a:folHlink>
    </a:clrScheme>
    <a:fontScheme name="Custom 15">
      <a:majorFont>
        <a:latin typeface="Biome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1936837_win32_SL_V11" id="{EAD6EF7B-6F25-4469-AF6A-07D6EB1461DD}" vid="{30FEA78B-2F89-4FF0-8415-E3920802C58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4137456-21FC-4AE2-8A94-BF06CAF2EB9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305301E-11B3-4B9D-A588-21F3C9809371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C77B561B-3A65-4A22-9691-EB838E7F9B8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{0CCBF1B9-FF35-4DA1-BE2B-9D868471B7D9}TFe8699e8e-689b-4d7e-abcf-e888fd749829db3118dc_win32-d573b439b56f</Template>
  <TotalTime>117</TotalTime>
  <Words>86</Words>
  <Application>Microsoft Office PowerPoint</Application>
  <PresentationFormat>Widescreen</PresentationFormat>
  <Paragraphs>43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Arial Nova</vt:lpstr>
      <vt:lpstr>Biome</vt:lpstr>
      <vt:lpstr>Calibri</vt:lpstr>
      <vt:lpstr>Custom</vt:lpstr>
      <vt:lpstr>Bfs AND DFS:</vt:lpstr>
      <vt:lpstr>Agenda</vt:lpstr>
      <vt:lpstr>What is</vt:lpstr>
      <vt:lpstr>What is</vt:lpstr>
      <vt:lpstr>Bfs in code 1</vt:lpstr>
      <vt:lpstr>PowerPoint Presentation</vt:lpstr>
      <vt:lpstr>What is</vt:lpstr>
      <vt:lpstr>What is</vt:lpstr>
      <vt:lpstr>DFS in code 1</vt:lpstr>
      <vt:lpstr>DFS in code 2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Adkham Salaydinov</dc:creator>
  <cp:lastModifiedBy>Adkham Salaydinov</cp:lastModifiedBy>
  <cp:revision>2</cp:revision>
  <dcterms:created xsi:type="dcterms:W3CDTF">2025-12-16T15:56:42Z</dcterms:created>
  <dcterms:modified xsi:type="dcterms:W3CDTF">2026-01-07T10:44:39Z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